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1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Synthetic Pine &amp; Heavy 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017520"/>
            <a:ext cx="393192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</a:pPr>
            <a:r>
              <a:rPr sz="2400" b="0" i="1">
                <a:solidFill>
                  <a:srgbClr val="4A90D9"/>
                </a:solidFill>
                <a:latin typeface="Calibri"/>
              </a:rPr>
              <a:t>Can AI copy the soul of a song?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rgbClr val="666666"/>
                </a:solidFill>
                <a:latin typeface="Calibri"/>
              </a:rPr>
              <a:t>Elias Schwegler  |  PHKI FS26  |  HSLU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I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rgbClr val="F2F2F2"/>
                </a:solidFill>
                <a:latin typeface="Calibri"/>
              </a:rPr>
              <a:t>"Let Her Go" by Passenger - ~5 billion YouTube views, a song from my childhood.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Two tests with Google Gemini: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spcAft>
                <a:spcPts val="1000"/>
              </a:spcAft>
            </a:pPr>
            <a:r>
              <a:rPr sz="1800">
                <a:solidFill>
                  <a:srgbClr val="F2F2F2"/>
                </a:solidFill>
                <a:latin typeface="Calibri"/>
              </a:rPr>
              <a:t>•  Test 1: Copy the melody, but write new lyrics about a car and a pine air freshener</a:t>
            </a:r>
          </a:p>
          <a:p>
            <a:pPr>
              <a:lnSpc>
                <a:spcPts val="2700"/>
              </a:lnSpc>
              <a:spcAft>
                <a:spcPts val="1000"/>
              </a:spcAft>
            </a:pPr>
            <a:r>
              <a:rPr sz="1800">
                <a:solidFill>
                  <a:srgbClr val="F2F2F2"/>
                </a:solidFill>
                <a:latin typeface="Calibri"/>
              </a:rPr>
              <a:t>•  Test 2: Keep the original lyrics, but write a new melody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1">
                <a:solidFill>
                  <a:srgbClr val="666666"/>
                </a:solidFill>
                <a:latin typeface="Calibri"/>
              </a:rPr>
              <a:t>Goal: see if Gemini can copy, and what happens when it refuses.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Test 1: Same melody, different 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MY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1">
                <a:solidFill>
                  <a:srgbClr val="F2F2F2"/>
                </a:solidFill>
                <a:latin typeface="Calibri"/>
              </a:rPr>
              <a:t>"Make a similar song to Let Her Go, same melody, but about a car, tires, and a pine air freshener."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D48B2C"/>
                </a:solidFill>
                <a:latin typeface="Calibri"/>
              </a:rPr>
              <a:t>GEMINI REFUSED THE MELODY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F2F2F2"/>
                </a:solidFill>
                <a:latin typeface="Calibri"/>
              </a:rPr>
              <a:t>But created: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"Synthetic Pine &amp; Heavy Air"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666666"/>
                </a:solidFill>
                <a:latin typeface="Calibri"/>
              </a:rPr>
              <a:t>Bedroom Pop / 80 BPM / breathy vocals</a:t>
            </a:r>
          </a:p>
        </p:txBody>
      </p:sp>
      <p:pic>
        <p:nvPicPr>
          <p:cNvPr id="10" name="Picture 9" descr="Chat_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36077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Test 2: New melody, same lyrics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MY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1">
                <a:solidFill>
                  <a:srgbClr val="F2F2F2"/>
                </a:solidFill>
                <a:latin typeface="Calibri"/>
              </a:rPr>
              <a:t>"Can you do a new melody for the Let Her Go lyrics?"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D48B2C"/>
                </a:solidFill>
                <a:latin typeface="Calibri"/>
              </a:rPr>
              <a:t>GEMINI REFUSED THE LYRICS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F2F2F2"/>
                </a:solidFill>
                <a:latin typeface="Calibri"/>
              </a:rPr>
              <a:t>But created: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"The Physics of the Thing"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666666"/>
                </a:solidFill>
                <a:latin typeface="Calibri"/>
              </a:rPr>
              <a:t>Indie-Folk / Chamber Pop / nylon guitar, cello</a:t>
            </a:r>
          </a:p>
        </p:txBody>
      </p:sp>
      <p:pic>
        <p:nvPicPr>
          <p:cNvPr id="10" name="Picture 9" descr="Chat_1_03_follow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492264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I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Two copyright guardrails: melody protected + lyrics protected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Both held firm under direct pressure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Yet both tracks captured the emotional vibe of the original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Gemini uses DeepMind Lyria 3 - trained on massive audio datasets (SynthID watermarked)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The vocals sound human - but whose voice trained the model?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F2F2F2"/>
                </a:solidFill>
                <a:latin typeface="Calibri"/>
              </a:rPr>
              <a:t>•  AI treats absurd subject matter (pine air freshener) with complete sincerity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PROCESS VS. RESULT (W1)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F2F2F2"/>
                </a:solidFill>
                <a:latin typeface="Calibri"/>
              </a:rPr>
              <a:t>30-second prompt vs. years of learning guitar.
The result sounds great - but was anything created?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HIDDEN LABOUR (W3, W4)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F2F2F2"/>
                </a:solidFill>
                <a:latin typeface="Calibri"/>
              </a:rPr>
              <a:t>Real singers' voices absorbed into the model.
No credit, no compensation. Same pattern as Sama/OpenAI.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EMBODIED PERCEPTION (W6)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F2F2F2"/>
                </a:solidFill>
                <a:latin typeface="Calibri"/>
              </a:rPr>
              <a:t>Merleau-Ponty: music is embodied.
Gemini simulates the sound of a body singing - without having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4A90D9"/>
                </a:solidFill>
                <a:latin typeface="Calibri"/>
              </a:rPr>
              <a:t>SLOT-MACHINE EFFECT (W7)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F2F2F2"/>
                </a:solidFill>
                <a:latin typeface="Calibri"/>
              </a:rPr>
              <a:t>Doctorow: AI tools keep you pulling the lever.
After track 1, my instinct was "what if I try again?"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</a:pPr>
            <a:r>
              <a:rPr sz="2000" b="0" i="1">
                <a:solidFill>
                  <a:srgbClr val="FFFFFF"/>
                </a:solidFill>
                <a:latin typeface="Calibri"/>
              </a:rPr>
              <a:t>AI can make good music. The question is: does authenticity of process still matter?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6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1">
                <a:solidFill>
                  <a:srgbClr val="666666"/>
                </a:solidFill>
                <a:latin typeface="Calibri"/>
              </a:rPr>
              <a:t>Let's listen to the tracks first, then discuss: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F2F2F2"/>
                </a:solidFill>
                <a:latin typeface="Calibri"/>
              </a:rPr>
              <a:t>If you can't tell whether a song was made by a human or AI,
does the answer change how it makes you feel?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F2F2F2"/>
                </a:solidFill>
                <a:latin typeface="Calibri"/>
              </a:rPr>
              <a:t>Should artists be able to opt out of AI training datasets?
What would that mean for tools like Gemini?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F2F2F2"/>
                </a:solidFill>
                <a:latin typeface="Calibri"/>
              </a:rPr>
              <a:t>Is there a difference between copying a melody
and copying an emotional style? Where do you draw the line?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F2F2F2"/>
                </a:solidFill>
                <a:latin typeface="Calibri"/>
              </a:rPr>
              <a:t>Would you pay the same for an AI-generated song
as for a human-composed one? Why or why not?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4A90D9"/>
                </a:solidFill>
                <a:latin typeface="Calibr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943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F2F2F2"/>
                </a:solidFill>
                <a:latin typeface="Calibri"/>
              </a:rPr>
              <a:t>Did the AI collaborate with me,
or did I just press a button?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Elias Schwegler  |  PHKI FS26  |  HSLU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